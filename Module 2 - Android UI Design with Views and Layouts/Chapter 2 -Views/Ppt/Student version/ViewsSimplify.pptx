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i7Yt1iWwLAaK8FNJkaa+wx/yD5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1198800" y="914400"/>
            <a:ext cx="97992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198800" y="3560400"/>
            <a:ext cx="9799200" cy="14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/>
            </a:lvl1pPr>
            <a:lvl2pPr lvl="1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1990800" y="3848400"/>
            <a:ext cx="77688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1990800" y="4615200"/>
            <a:ext cx="7768800" cy="8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1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" type="body"/>
          </p:nvPr>
        </p:nvSpPr>
        <p:spPr>
          <a:xfrm>
            <a:off x="608400" y="1501200"/>
            <a:ext cx="5176800" cy="4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2" type="body"/>
          </p:nvPr>
        </p:nvSpPr>
        <p:spPr>
          <a:xfrm>
            <a:off x="6411600" y="1501200"/>
            <a:ext cx="5176800" cy="4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" type="body"/>
          </p:nvPr>
        </p:nvSpPr>
        <p:spPr>
          <a:xfrm>
            <a:off x="608400" y="1429200"/>
            <a:ext cx="5342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3" type="body"/>
          </p:nvPr>
        </p:nvSpPr>
        <p:spPr>
          <a:xfrm>
            <a:off x="6235750" y="1421729"/>
            <a:ext cx="5342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3"/>
          <p:cNvSpPr txBox="1"/>
          <p:nvPr>
            <p:ph idx="4" type="body"/>
          </p:nvPr>
        </p:nvSpPr>
        <p:spPr>
          <a:xfrm>
            <a:off x="6235750" y="1854000"/>
            <a:ext cx="5342400" cy="4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/>
          <p:nvPr>
            <p:ph idx="2" type="pic"/>
          </p:nvPr>
        </p:nvSpPr>
        <p:spPr>
          <a:xfrm>
            <a:off x="608400" y="1555200"/>
            <a:ext cx="5233077" cy="46080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26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0150" spcFirstLastPara="1" rIns="90150" wrap="square" tIns="469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 rot="5400000">
            <a:off x="8242200" y="2907000"/>
            <a:ext cx="5029200" cy="10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" type="body"/>
          </p:nvPr>
        </p:nvSpPr>
        <p:spPr>
          <a:xfrm rot="5400000">
            <a:off x="2984400" y="-1155600"/>
            <a:ext cx="5029200" cy="9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6800" spcFirstLastPara="1" rIns="468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302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/>
            </a:lvl2pPr>
            <a:lvl3pPr indent="-3302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/>
            </a:lvl3pPr>
            <a:lvl4pPr indent="-3175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8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8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28"/>
          <p:cNvSpPr txBox="1"/>
          <p:nvPr>
            <p:ph idx="1" type="body"/>
          </p:nvPr>
        </p:nvSpPr>
        <p:spPr>
          <a:xfrm>
            <a:off x="608400" y="774000"/>
            <a:ext cx="10972800" cy="54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st Slide">
  <p:cSld name="Last Slid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29"/>
          <p:cNvSpPr txBox="1"/>
          <p:nvPr>
            <p:ph type="title"/>
          </p:nvPr>
        </p:nvSpPr>
        <p:spPr>
          <a:xfrm>
            <a:off x="1198800" y="2484000"/>
            <a:ext cx="97992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" type="body"/>
          </p:nvPr>
        </p:nvSpPr>
        <p:spPr>
          <a:xfrm>
            <a:off x="1198800" y="3560400"/>
            <a:ext cx="97992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0150" spcFirstLastPara="1" rIns="90150" wrap="square" tIns="469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26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3.png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Relationship Id="rId4" Type="http://schemas.openxmlformats.org/officeDocument/2006/relationships/image" Target="../media/image28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21.png"/><Relationship Id="rId6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Relationship Id="rId7" Type="http://schemas.openxmlformats.org/officeDocument/2006/relationships/image" Target="../media/image29.png"/><Relationship Id="rId8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/>
          <p:nvPr>
            <p:ph type="ctrTitle"/>
          </p:nvPr>
        </p:nvSpPr>
        <p:spPr>
          <a:xfrm>
            <a:off x="1316910" y="1866265"/>
            <a:ext cx="97992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/>
              <a:buNone/>
            </a:pPr>
            <a:r>
              <a:rPr lang="en-US"/>
              <a:t>Basic Views and its Attributes</a:t>
            </a:r>
            <a:endParaRPr/>
          </a:p>
        </p:txBody>
      </p:sp>
      <p:pic>
        <p:nvPicPr>
          <p:cNvPr descr="and" id="83" name="Google Shape;8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785485"/>
            <a:ext cx="1072515" cy="1072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60330" y="199390"/>
            <a:ext cx="1668780" cy="784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Arial"/>
              <a:buNone/>
            </a:pPr>
            <a:r>
              <a:rPr b="1" lang="en-US"/>
              <a:t>Background Color</a:t>
            </a:r>
            <a:endParaRPr b="1"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/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US"/>
              <a:t>To change the Background of a Screen use the </a:t>
            </a:r>
            <a:r>
              <a:rPr b="1" lang="en-US"/>
              <a:t>android:background</a:t>
            </a:r>
            <a:br>
              <a:rPr b="1" lang="en-US"/>
            </a:br>
            <a:br>
              <a:rPr b="1" lang="en-US"/>
            </a:br>
            <a:endParaRPr b="1"/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" y="2501265"/>
            <a:ext cx="6666230" cy="3464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69120" y="1313815"/>
            <a:ext cx="2237105" cy="477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d" id="93" name="Google Shape;9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785485"/>
            <a:ext cx="1072515" cy="1072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60330" y="199390"/>
            <a:ext cx="1668780" cy="784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idx="1" type="body"/>
          </p:nvPr>
        </p:nvSpPr>
        <p:spPr>
          <a:xfrm>
            <a:off x="608330" y="1171575"/>
            <a:ext cx="10968990" cy="568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 fontScale="90000"/>
          </a:bodyPr>
          <a:lstStyle/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>
                <a:solidFill>
                  <a:schemeClr val="dk1"/>
                </a:solidFill>
              </a:rPr>
              <a:t>xmlns:android="http://schemas.android.com/apk/res/android" : Declares the Android XML namespace so Android attributes can be used.</a:t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>
                <a:solidFill>
                  <a:schemeClr val="dk1"/>
                </a:solidFill>
              </a:rPr>
              <a:t>xmlns:tools="http://schemas.android.com/tools" : Enables design-time attributes used only in Android Studio Preview.</a:t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>
                <a:solidFill>
                  <a:schemeClr val="dk1"/>
                </a:solidFill>
              </a:rPr>
              <a:t>android:id="@+id/main" : Assigns a unique ID named main to this layout.</a:t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>
                <a:solidFill>
                  <a:schemeClr val="dk1"/>
                </a:solidFill>
              </a:rPr>
              <a:t>android:layout_width="match_parent" : Makes the layout fill the entire width of its parent.</a:t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>
                <a:solidFill>
                  <a:schemeClr val="dk1"/>
                </a:solidFill>
              </a:rPr>
              <a:t>android:layout_height="match_parent" :Makes the layout fill the entire height of its parent.</a:t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>
                <a:solidFill>
                  <a:schemeClr val="dk1"/>
                </a:solidFill>
              </a:rPr>
              <a:t>android:orientation="vertical" : Arranges child views from top to bottom.</a:t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>
                <a:solidFill>
                  <a:schemeClr val="dk1"/>
                </a:solidFill>
              </a:rPr>
              <a:t>android:padding="16dp" : Adds 16dp space inside the layout on all sides.</a:t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>
                <a:solidFill>
                  <a:schemeClr val="dk1"/>
                </a:solidFill>
              </a:rPr>
              <a:t>android:gravity="center" : Centers all child views horizontally and vertically inside the layout.</a:t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>
                <a:solidFill>
                  <a:schemeClr val="dk1"/>
                </a:solidFill>
              </a:rPr>
              <a:t>android:background="#FF9800" : Sets the layout background color to orange</a:t>
            </a:r>
            <a:br>
              <a:rPr lang="en-US"/>
            </a:br>
            <a:endParaRPr/>
          </a:p>
        </p:txBody>
      </p:sp>
      <p:pic>
        <p:nvPicPr>
          <p:cNvPr descr="and"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785485"/>
            <a:ext cx="1072515" cy="1072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60330" y="199390"/>
            <a:ext cx="1668780" cy="784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Arial"/>
              <a:buNone/>
            </a:pPr>
            <a:r>
              <a:rPr b="1" lang="en-US"/>
              <a:t>TextView</a:t>
            </a:r>
            <a:endParaRPr b="1"/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608400" y="1490400"/>
            <a:ext cx="10825800" cy="45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/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Used to </a:t>
            </a:r>
            <a:r>
              <a:rPr b="1" lang="en-US">
                <a:solidFill>
                  <a:schemeClr val="dk1"/>
                </a:solidFill>
              </a:rPr>
              <a:t>display text</a:t>
            </a:r>
            <a:r>
              <a:rPr lang="en-US">
                <a:solidFill>
                  <a:schemeClr val="dk1"/>
                </a:solidFill>
              </a:rPr>
              <a:t> on the screen.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Real life Eg: Displaying a contact name like "Rahul".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0530" y="3001645"/>
            <a:ext cx="5328920" cy="2639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19235" y="1564025"/>
            <a:ext cx="1988820" cy="4077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d" id="110" name="Google Shape;11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785485"/>
            <a:ext cx="1072515" cy="1072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60330" y="199390"/>
            <a:ext cx="1668780" cy="784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"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785485"/>
            <a:ext cx="1072515" cy="107251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Arial"/>
              <a:buNone/>
            </a:pPr>
            <a:r>
              <a:rPr b="1" lang="en-US"/>
              <a:t>EditText</a:t>
            </a:r>
            <a:endParaRPr b="1"/>
          </a:p>
        </p:txBody>
      </p:sp>
      <p:sp>
        <p:nvSpPr>
          <p:cNvPr id="118" name="Google Shape;118;p5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 lnSpcReduction="20000"/>
          </a:bodyPr>
          <a:lstStyle/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used to receive input from the user.</a:t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Example : message typing box</a:t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android :hint : it is used for placeholder text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9" name="Google Shape;11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330" y="2879725"/>
            <a:ext cx="6766560" cy="2469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8080" y="1120775"/>
            <a:ext cx="2269490" cy="492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60330" y="199390"/>
            <a:ext cx="1668780" cy="784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Arial"/>
              <a:buNone/>
            </a:pPr>
            <a:r>
              <a:rPr b="1" lang="en-US"/>
              <a:t>Button</a:t>
            </a:r>
            <a:endParaRPr b="1"/>
          </a:p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 lnSpcReduction="20000"/>
          </a:bodyPr>
          <a:lstStyle/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used to perform an action when clicked.</a:t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A Login button on the login screen</a:t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android:backgroundTint : Adds a color on top of the background without changing its shape or image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890" y="2628265"/>
            <a:ext cx="4750435" cy="2507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6835" y="1539240"/>
            <a:ext cx="2259965" cy="3596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d" id="130" name="Google Shape;13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785485"/>
            <a:ext cx="1072515" cy="1072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60330" y="199390"/>
            <a:ext cx="1668780" cy="784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0490" y="199390"/>
            <a:ext cx="1668780" cy="78486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7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Arial"/>
              <a:buNone/>
            </a:pPr>
            <a:r>
              <a:rPr b="1" lang="en-US"/>
              <a:t>ImageView</a:t>
            </a:r>
            <a:endParaRPr b="1"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 lnSpcReduction="20000"/>
          </a:bodyPr>
          <a:lstStyle/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It is used to display images</a:t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android:src is an attribute used in Imageview to set the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image source</a:t>
            </a:r>
            <a:br>
              <a:rPr lang="en-US"/>
            </a:br>
            <a:endParaRPr/>
          </a:p>
        </p:txBody>
      </p:sp>
      <p:pic>
        <p:nvPicPr>
          <p:cNvPr id="139" name="Google Shape;13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0110" y="2348865"/>
            <a:ext cx="5873750" cy="191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90560" y="452120"/>
            <a:ext cx="2677160" cy="5707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d" id="141" name="Google Shape;14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5785485"/>
            <a:ext cx="1072515" cy="1072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Arial"/>
              <a:buNone/>
            </a:pPr>
            <a:r>
              <a:rPr b="1" lang="en-US"/>
              <a:t>Add an image in android</a:t>
            </a:r>
            <a:endParaRPr b="1"/>
          </a:p>
        </p:txBody>
      </p:sp>
      <p:sp>
        <p:nvSpPr>
          <p:cNvPr id="147" name="Google Shape;147;p8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>
                <a:solidFill>
                  <a:schemeClr val="dk1"/>
                </a:solidFill>
              </a:rPr>
              <a:t>Step 1: Add image to project</a:t>
            </a:r>
            <a:endParaRPr b="1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Copy your image file(eg: logo.png)</a:t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paste it inside: app &gt; </a:t>
            </a:r>
            <a:r>
              <a:rPr lang="en-US">
                <a:solidFill>
                  <a:schemeClr val="dk1"/>
                </a:solidFill>
              </a:rPr>
              <a:t>src &gt; main &gt; res </a:t>
            </a:r>
            <a:r>
              <a:rPr lang="en-US">
                <a:solidFill>
                  <a:schemeClr val="dk1"/>
                </a:solidFill>
              </a:rPr>
              <a:t>&gt; drawable(use lowercase name, no spaces).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>
                <a:solidFill>
                  <a:schemeClr val="dk1"/>
                </a:solidFill>
              </a:rPr>
              <a:t>Step 2: Use imageview in XML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48" name="Google Shape;14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5465" y="4084320"/>
            <a:ext cx="5910580" cy="2008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d" id="149" name="Google Shape;14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785485"/>
            <a:ext cx="1072515" cy="1072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60330" y="199390"/>
            <a:ext cx="1668780" cy="784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" id="155" name="Google Shape;1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785485"/>
            <a:ext cx="1072515" cy="107251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Arial"/>
              <a:buNone/>
            </a:pPr>
            <a:r>
              <a:rPr b="1" lang="en-US"/>
              <a:t>Add a string in android</a:t>
            </a:r>
            <a:endParaRPr b="1"/>
          </a:p>
        </p:txBody>
      </p:sp>
      <p:sp>
        <p:nvSpPr>
          <p:cNvPr id="157" name="Google Shape;157;p9"/>
          <p:cNvSpPr txBox="1"/>
          <p:nvPr>
            <p:ph idx="1" type="body"/>
          </p:nvPr>
        </p:nvSpPr>
        <p:spPr>
          <a:xfrm>
            <a:off x="608400" y="137864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>
                <a:solidFill>
                  <a:schemeClr val="dk1"/>
                </a:solidFill>
              </a:rPr>
              <a:t>Step 1 :Open strings.xml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Go to : 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app &gt; src &gt; main &gt; res &gt; values &gt; strings.xml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>
                <a:solidFill>
                  <a:schemeClr val="dk1"/>
                </a:solidFill>
              </a:rPr>
              <a:t>Step 2: Add your string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>
                <a:solidFill>
                  <a:schemeClr val="dk1"/>
                </a:solidFill>
              </a:rPr>
              <a:t>Step 3: Use String in XML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58" name="Google Shape;15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675" y="3140075"/>
            <a:ext cx="6677660" cy="1485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1675" y="5120640"/>
            <a:ext cx="3838575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60330" y="199390"/>
            <a:ext cx="1668780" cy="784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" id="165" name="Google Shape;1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785485"/>
            <a:ext cx="1072515" cy="107251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Arial"/>
              <a:buNone/>
            </a:pPr>
            <a:r>
              <a:rPr b="1" lang="en-US"/>
              <a:t>Define a color in android</a:t>
            </a:r>
            <a:endParaRPr b="1"/>
          </a:p>
        </p:txBody>
      </p:sp>
      <p:sp>
        <p:nvSpPr>
          <p:cNvPr id="167" name="Google Shape;167;p10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Step 1: Open colors.xml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Go to: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app &gt; src &gt; main &gt; res &gt; values &gt; colors.xml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Step 2 : Add your color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step 3: Use color in xml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Background 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8" name="Google Shape;16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9780" y="3429000"/>
            <a:ext cx="44958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330" y="5784850"/>
            <a:ext cx="39338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95465" y="5661025"/>
            <a:ext cx="32575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0"/>
          <p:cNvSpPr txBox="1"/>
          <p:nvPr/>
        </p:nvSpPr>
        <p:spPr>
          <a:xfrm>
            <a:off x="6817995" y="5292725"/>
            <a:ext cx="4064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color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60330" y="199390"/>
            <a:ext cx="1668780" cy="784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/>
          <p:nvPr>
            <p:ph type="title"/>
          </p:nvPr>
        </p:nvSpPr>
        <p:spPr>
          <a:xfrm>
            <a:off x="608400" y="36456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Arial"/>
              <a:buNone/>
            </a:pPr>
            <a:r>
              <a:rPr b="1" lang="en-US"/>
              <a:t>Checkbox</a:t>
            </a:r>
            <a:endParaRPr b="1"/>
          </a:p>
        </p:txBody>
      </p:sp>
      <p:sp>
        <p:nvSpPr>
          <p:cNvPr id="178" name="Google Shape;178;p11"/>
          <p:cNvSpPr txBox="1"/>
          <p:nvPr>
            <p:ph idx="1" type="body"/>
          </p:nvPr>
        </p:nvSpPr>
        <p:spPr>
          <a:xfrm>
            <a:off x="608330" y="1069975"/>
            <a:ext cx="10968990" cy="551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 lnSpcReduction="20000"/>
          </a:bodyPr>
          <a:lstStyle/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A Checkbox allows the user to select or deselect an option. it is commonly used when multiple options can be chosen. </a:t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android : checked : Sets the default state( true or false 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9" name="Google Shape;1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085" y="1971040"/>
            <a:ext cx="4318635" cy="3417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5495" y="1801495"/>
            <a:ext cx="2270125" cy="4585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d" id="181" name="Google Shape;18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785485"/>
            <a:ext cx="1072515" cy="1072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60330" y="199390"/>
            <a:ext cx="1668780" cy="784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Arial"/>
              <a:buNone/>
            </a:pPr>
            <a:r>
              <a:rPr b="1" lang="en-US"/>
              <a:t>RadioGroup</a:t>
            </a:r>
            <a:endParaRPr b="1"/>
          </a:p>
        </p:txBody>
      </p:sp>
      <p:sp>
        <p:nvSpPr>
          <p:cNvPr id="188" name="Google Shape;188;p12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/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It is a container that groups  RadioButton and allows only one option to be selected at a time. </a:t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it ensure that only one choice can be selected from a set of options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9" name="Google Shape;18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0025" y="2879090"/>
            <a:ext cx="4243070" cy="370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0570" y="2879090"/>
            <a:ext cx="1688465" cy="363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d" id="191" name="Google Shape;19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785485"/>
            <a:ext cx="1072515" cy="1072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60330" y="199390"/>
            <a:ext cx="1668780" cy="784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" id="197" name="Google Shape;19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785485"/>
            <a:ext cx="1072515" cy="107251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3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Arial"/>
              <a:buNone/>
            </a:pPr>
            <a:r>
              <a:rPr b="1" lang="en-US"/>
              <a:t>RadioButton</a:t>
            </a:r>
            <a:endParaRPr b="1"/>
          </a:p>
        </p:txBody>
      </p:sp>
      <p:sp>
        <p:nvSpPr>
          <p:cNvPr id="199" name="Google Shape;199;p13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/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A RadioButton is a UI Component that allows the user to select an option.</a:t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in the case of two radiobutton : Each RadioButton acts as a separate, independent option because they are not grouped inside a radiogroup.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0" name="Google Shape;20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835" y="2937510"/>
            <a:ext cx="4286250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0175" y="2937510"/>
            <a:ext cx="1991360" cy="3552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60330" y="199390"/>
            <a:ext cx="1668780" cy="784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Arial"/>
              <a:buNone/>
            </a:pPr>
            <a:r>
              <a:rPr lang="en-US"/>
              <a:t>ToggleButton</a:t>
            </a:r>
            <a:endParaRPr/>
          </a:p>
        </p:txBody>
      </p:sp>
      <p:sp>
        <p:nvSpPr>
          <p:cNvPr id="208" name="Google Shape;208;p14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/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US"/>
              <a:t>A Toggle</a:t>
            </a:r>
            <a:r>
              <a:rPr b="1" lang="en-US"/>
              <a:t>B</a:t>
            </a:r>
            <a:r>
              <a:rPr lang="en-US"/>
              <a:t>utton allows user to switch between ON and OFF states.</a:t>
            </a:r>
            <a:endParaRPr/>
          </a:p>
          <a:p>
            <a:pPr indent="-1143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09" name="Google Shape;2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075" y="2357120"/>
            <a:ext cx="514604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4"/>
          <p:cNvPicPr preferRelativeResize="0"/>
          <p:nvPr/>
        </p:nvPicPr>
        <p:blipFill rotWithShape="1">
          <a:blip r:embed="rId4">
            <a:alphaModFix/>
          </a:blip>
          <a:srcRect b="38973" l="0" r="0" t="-304"/>
          <a:stretch/>
        </p:blipFill>
        <p:spPr>
          <a:xfrm>
            <a:off x="8618220" y="1979930"/>
            <a:ext cx="3575685" cy="467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4215" y="2767965"/>
            <a:ext cx="2668905" cy="3103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" id="216" name="Google Shape;2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785485"/>
            <a:ext cx="1072515" cy="107251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5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Arial"/>
              <a:buNone/>
            </a:pPr>
            <a:r>
              <a:rPr b="1" lang="en-US"/>
              <a:t>Spinner</a:t>
            </a:r>
            <a:endParaRPr b="1"/>
          </a:p>
        </p:txBody>
      </p:sp>
      <p:sp>
        <p:nvSpPr>
          <p:cNvPr id="218" name="Google Shape;218;p15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/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A spinner is a drop down list that allows the user to select one item from multiple options.</a:t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To let users choose one option while saving screen space.</a:t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Example : Country selection in a registration form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9" name="Google Shape;2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510" y="3108325"/>
            <a:ext cx="3634105" cy="150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510" y="4756785"/>
            <a:ext cx="3634105" cy="1962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54395" y="3746500"/>
            <a:ext cx="1847850" cy="18764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2" name="Google Shape;2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62925" y="3746500"/>
            <a:ext cx="1638935" cy="218186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3" name="Google Shape;2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60330" y="199390"/>
            <a:ext cx="1668780" cy="784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Arial"/>
              <a:buNone/>
            </a:pPr>
            <a:r>
              <a:rPr b="1" lang="en-US"/>
              <a:t>ProgressBar</a:t>
            </a:r>
            <a:endParaRPr b="1"/>
          </a:p>
        </p:txBody>
      </p:sp>
      <p:sp>
        <p:nvSpPr>
          <p:cNvPr id="229" name="Google Shape;229;p16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/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US"/>
              <a:t>A progressbar is a view that displays the progress of an operation or task.</a:t>
            </a:r>
            <a:br>
              <a:rPr lang="en-US"/>
            </a:br>
            <a:r>
              <a:rPr lang="en-US"/>
              <a:t>it is used to indicate taht a task is in progress or show its completion status.</a:t>
            </a:r>
            <a:endParaRPr/>
          </a:p>
        </p:txBody>
      </p:sp>
      <p:pic>
        <p:nvPicPr>
          <p:cNvPr id="230" name="Google Shape;2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9590" y="2563495"/>
            <a:ext cx="4162425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8245" y="2494280"/>
            <a:ext cx="1707515" cy="3755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d" id="232" name="Google Shape;2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785485"/>
            <a:ext cx="1072515" cy="1072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60330" y="199390"/>
            <a:ext cx="1668780" cy="784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/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US"/>
              <a:t>android:max -  Maximum progress value</a:t>
            </a:r>
            <a:endParaRPr/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US"/>
              <a:t>android:progress - Current progress value</a:t>
            </a:r>
            <a:endParaRPr/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US"/>
              <a:t>android:indeterminate - show continuous loading(true) or actual progress (false)</a:t>
            </a:r>
            <a:endParaRPr/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US"/>
              <a:t>android : visibility - Controls visibility</a:t>
            </a:r>
            <a:endParaRPr/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US"/>
              <a:t>android:margin - Add outer space </a:t>
            </a:r>
            <a:endParaRPr/>
          </a:p>
        </p:txBody>
      </p:sp>
      <p:pic>
        <p:nvPicPr>
          <p:cNvPr descr="and" id="239" name="Google Shape;2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785485"/>
            <a:ext cx="1072515" cy="1072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60330" y="199390"/>
            <a:ext cx="1668780" cy="784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PS">
  <a:themeElements>
    <a:clrScheme name="WP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2026-06-02T06:10:00Z</dcterms:created>
  <dc:creator>riyan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76A95D3DBF3E4939BEEB97D51565E74F_11</vt:lpwstr>
  </property>
</Properties>
</file>