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UI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D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 Guide to Building Android Interfaces</a:t>
            </a:r>
            <a:endParaRPr lang="en-US" sz="2000" dirty="0"/>
          </a:p>
        </p:txBody>
      </p:sp>
      <p:pic>
        <p:nvPicPr>
          <p:cNvPr id="5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4170" y="1694180"/>
            <a:ext cx="76200" cy="2654935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5" name="Text 3"/>
          <p:cNvSpPr/>
          <p:nvPr/>
        </p:nvSpPr>
        <p:spPr>
          <a:xfrm>
            <a:off x="594360" y="2329180"/>
            <a:ext cx="8229600" cy="14058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Introduction to Android UI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Fundamental UI Concepts  (Views, ViewGroups, Activities)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</a:t>
            </a: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Views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</a:t>
            </a: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Layouts 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Threading in Android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Summary </a:t>
            </a:r>
            <a:endParaRPr lang="en-US" sz="15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Android UI?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4864" cy="2267712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5" name="Text 3"/>
          <p:cNvSpPr/>
          <p:nvPr/>
        </p:nvSpPr>
        <p:spPr>
          <a:xfrm>
            <a:off x="594360" y="1024128"/>
            <a:ext cx="8229600" cy="2450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UI is what users see and interact with — it must be clear and easy to use.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screens got bigger and processors faster, mobile apps became much more visual.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gives developers tools to build beautiful, functional interfaces.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well-designed UI is as important as the logic behind the app.</a:t>
            </a:r>
            <a:endParaRPr lang="en-US" sz="15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103120"/>
            <a:ext cx="2743200" cy="5486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Ways to Create a UI</a:t>
            </a:r>
            <a:endParaRPr lang="en-US" sz="340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Declarative vs Programmatic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6" name="Text 4"/>
          <p:cNvSpPr/>
          <p:nvPr/>
        </p:nvSpPr>
        <p:spPr>
          <a:xfrm>
            <a:off x="365760" y="1024128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Declarative (XML)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UI in XML — similar to HTML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Human-readable, easy to understand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</a:t>
            </a:r>
            <a:r>
              <a:rPr lang="en-US" sz="1300" b="1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Times New Roman" panose="02020603050405020304" pitchFamily="2" charset="36"/>
              </a:rPr>
              <a:t>what-you-see-is-what you-get</a:t>
            </a: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Times New Roman" panose="02020603050405020304" pitchFamily="2" charset="36"/>
              </a:rPr>
              <a:t> (</a:t>
            </a: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WYSIWYG) design tools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Separates UI design from logic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limits — Java may still be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3657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10" name="Text 8"/>
          <p:cNvSpPr/>
          <p:nvPr/>
        </p:nvSpPr>
        <p:spPr>
          <a:xfrm>
            <a:off x="4846320" y="1024128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💻 Programmatic (Java)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8032" y="1508760"/>
            <a:ext cx="38404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UI entirely in Java code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 to Java Swing or AWT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flexible and dynamic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button clicks &amp; events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do everything XML can do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6" name="Text 1"/>
          <p:cNvSpPr/>
          <p:nvPr/>
        </p:nvSpPr>
        <p:spPr>
          <a:xfrm>
            <a:off x="-67310" y="-81280"/>
            <a:ext cx="5406390" cy="1076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 Android UI Concepts</a:t>
            </a:r>
            <a:endParaRPr lang="en-US" sz="2600" dirty="0"/>
          </a:p>
        </p:txBody>
      </p:sp>
      <p:sp>
        <p:nvSpPr>
          <p:cNvPr id="7" name="Text Box 6"/>
          <p:cNvSpPr txBox="1"/>
          <p:nvPr/>
        </p:nvSpPr>
        <p:spPr>
          <a:xfrm>
            <a:off x="603885" y="1285875"/>
            <a:ext cx="8011160" cy="3717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UI design is about creating easy and user-friendly applications.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uses some special UI terms.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Terms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 :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UI elements like Button, TextView, ImageView, etc.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ViewGroups :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Containers that hold multiple Views together.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Activities :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screen/page shown to the user in an Android app.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provides: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controls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Widgets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Layout managers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build graphical applications easily.</a:t>
            </a:r>
            <a:endParaRPr lang="en-US" sz="1550" dirty="0">
              <a:solidFill>
                <a:srgbClr val="546E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5132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37875" y="4262755"/>
            <a:ext cx="1506125" cy="11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 &amp; ViewGroups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6" name="Text 4"/>
          <p:cNvSpPr/>
          <p:nvPr/>
        </p:nvSpPr>
        <p:spPr>
          <a:xfrm>
            <a:off x="365760" y="1024128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🔲  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basic building block of any UI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UI control (button, text, image) is a View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called 'widgets' or 'controls'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UI elements extend from the View class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3657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10" name="Text 8"/>
          <p:cNvSpPr/>
          <p:nvPr/>
        </p:nvSpPr>
        <p:spPr>
          <a:xfrm>
            <a:off x="4846320" y="1024128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 ViewGroup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8032" y="1508760"/>
            <a:ext cx="38404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extension of View that holds other Views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to group and organize child Views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Layouts are a type of ViewGroup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Helps build complex, reusable UI components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an Activity?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4864" cy="3401568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5" name="Text 3"/>
          <p:cNvSpPr/>
          <p:nvPr/>
        </p:nvSpPr>
        <p:spPr>
          <a:xfrm>
            <a:off x="594360" y="1024128"/>
            <a:ext cx="8229600" cy="3584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Activity is the screen or window shown to the user — like a Form in desktop apps.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display UI, you assign a View or layout to an Activity.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setContentView() to set the UI for an Activity.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either a layout resource ID or a View object to setContentView().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layout resources keeps your UI design separate from your app logic.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separation also lets you use different layouts for different screen sizes.</a:t>
            </a:r>
            <a:endParaRPr lang="en-US" sz="15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5069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 Up an Activity — Two Approaches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2011680"/>
          </a:xfrm>
          <a:prstGeom prst="rect">
            <a:avLst/>
          </a:prstGeom>
          <a:solidFill>
            <a:srgbClr val="1B2B35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Using XML layout resource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1325880"/>
            <a:ext cx="37490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void onCreate(Bundle icicle)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super.onCreate(icicle);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setContentView(R.layout.main);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TextView tv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(TextView)findViewById(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R.id.myTextView);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1B2B35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Creating a View programmatically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28032" y="1325880"/>
            <a:ext cx="38404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void onCreate(Bundle icicle)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super.onCreate(icicle);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TextView tv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new TextView(this);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setContentView(tv);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tv.setText("Hello, Android");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approaches are often used together in real apps.</a:t>
            </a:r>
            <a:endParaRPr lang="en-US" sz="130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103120"/>
            <a:ext cx="2743200" cy="5486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Layouts</a:t>
            </a:r>
            <a:endParaRPr lang="en-US" sz="340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are Layouts?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4864" cy="283464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5" name="Text 3"/>
          <p:cNvSpPr/>
          <p:nvPr/>
        </p:nvSpPr>
        <p:spPr>
          <a:xfrm>
            <a:off x="594360" y="1024128"/>
            <a:ext cx="82296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Layouts are ViewGroup subclasses that control where child views appear on screen.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Android SDK provides several ready-made layout managers.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the right layout makes your app easier to use and understand.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Layouts can be nested — a layout can contain other layouts.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5 main layout types: Frame, Linear, Relative, Table, Absolute.</a:t>
            </a:r>
            <a:endParaRPr lang="en-US" sz="15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Layout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64208" cy="3566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1664208" cy="50292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6" name="Text 4"/>
          <p:cNvSpPr/>
          <p:nvPr/>
        </p:nvSpPr>
        <p:spPr>
          <a:xfrm>
            <a:off x="228600" y="102412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" y="1572768"/>
            <a:ext cx="1536192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Pins each view to top-left. Simplest layout.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38528" y="1005840"/>
            <a:ext cx="1664208" cy="3566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38528" y="1005840"/>
            <a:ext cx="1664208" cy="50292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10" name="Text 8"/>
          <p:cNvSpPr/>
          <p:nvPr/>
        </p:nvSpPr>
        <p:spPr>
          <a:xfrm>
            <a:off x="1984248" y="102412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02536" y="1572768"/>
            <a:ext cx="1536192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Arranges views in a single row or column.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94176" y="1005840"/>
            <a:ext cx="1664208" cy="3566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4176" y="1005840"/>
            <a:ext cx="1664208" cy="50292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14" name="Text 12"/>
          <p:cNvSpPr/>
          <p:nvPr/>
        </p:nvSpPr>
        <p:spPr>
          <a:xfrm>
            <a:off x="3739896" y="102412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58184" y="1572768"/>
            <a:ext cx="1536192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Positions views relative to each other or the screen.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49824" y="1005840"/>
            <a:ext cx="1664208" cy="3566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9824" y="1005840"/>
            <a:ext cx="1664208" cy="50292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18" name="Text 16"/>
          <p:cNvSpPr/>
          <p:nvPr/>
        </p:nvSpPr>
        <p:spPr>
          <a:xfrm>
            <a:off x="5495544" y="102412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13832" y="1572768"/>
            <a:ext cx="1536192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Arranges views in rows and columns like a grid.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05472" y="1005840"/>
            <a:ext cx="1664208" cy="3566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05472" y="1005840"/>
            <a:ext cx="1664208" cy="50292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22" name="Text 20"/>
          <p:cNvSpPr/>
          <p:nvPr/>
        </p:nvSpPr>
        <p:spPr>
          <a:xfrm>
            <a:off x="7251192" y="102412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Absolute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1572768"/>
            <a:ext cx="1536192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Defines each view's position with exact coordinates.</a:t>
            </a:r>
            <a:endParaRPr lang="en-US" sz="11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Defining an XML Layout Resource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4864" cy="2834640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5" name="Text 3"/>
          <p:cNvSpPr/>
          <p:nvPr/>
        </p:nvSpPr>
        <p:spPr>
          <a:xfrm>
            <a:off x="594360" y="1024128"/>
            <a:ext cx="82296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best way to design UI is with XML layout files — easy to maintain.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UI design separate from app code (developers vs designers).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Developers can still change UI content in Java when needed.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XML files must be saved in the  /res/layout/  project folder.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a LinearLayout with a TextView and an ImageView fits in a single XML file.</a:t>
            </a:r>
            <a:endParaRPr lang="en-US" sz="15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349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Threading in Android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4864" cy="3401568"/>
          </a:xfrm>
          <a:prstGeom prst="rect">
            <a:avLst/>
          </a:prstGeom>
          <a:solidFill>
            <a:srgbClr val="0D7377"/>
          </a:solidFill>
        </p:spPr>
      </p:sp>
      <p:sp>
        <p:nvSpPr>
          <p:cNvPr id="5" name="Text 3"/>
          <p:cNvSpPr/>
          <p:nvPr/>
        </p:nvSpPr>
        <p:spPr>
          <a:xfrm>
            <a:off x="594360" y="1024128"/>
            <a:ext cx="8229600" cy="3584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thread is a sequence of instructions the CPU executes in order.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OSes can run many threads at once — or interleave them on one CPU.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threads get different priorities; the OS manages CPU sharing.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is based on Linux — it fully supports multi-threading.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main (UI) thread handles all screen updates — never block it with heavy work.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background threads (AsyncTask, Coroutines, etc.) for slow operations.</a:t>
            </a:r>
            <a:endParaRPr lang="en-US" sz="15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86770" y="424434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14BDAC"/>
          </a:solidFill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D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are welcome 🙌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4152</Words>
  <Application>WPS Presentation</Application>
  <PresentationFormat>On-screen Show (16:9)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Century Schoolbook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UI</dc:title>
  <dc:creator>PptxGenJS</dc:creator>
  <dc:subject>PptxGenJS Presentation</dc:subject>
  <cp:lastModifiedBy>WPS_1754546445</cp:lastModifiedBy>
  <cp:revision>5</cp:revision>
  <dcterms:created xsi:type="dcterms:W3CDTF">2026-05-25T08:15:00Z</dcterms:created>
  <dcterms:modified xsi:type="dcterms:W3CDTF">2026-05-25T08:54:09Z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1941FBCC2ADF42DFA6CBCF3E2C45D848_12</vt:lpwstr>
  </property>
</Properties>
</file>