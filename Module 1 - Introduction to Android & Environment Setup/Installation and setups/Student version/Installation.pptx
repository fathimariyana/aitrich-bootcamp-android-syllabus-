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6" Type="http://schemas.openxmlformats.org/officeDocument/2006/relationships/tags" Target="../tags/tag67.xml"/><Relationship Id="rId5" Type="http://schemas.openxmlformats.org/officeDocument/2006/relationships/hyperlink" Target="https://developer.android.com/studio?utm_source=chatgpt.com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34385" y="2355215"/>
            <a:ext cx="9799200" cy="2570400"/>
          </a:xfrm>
        </p:spPr>
        <p:txBody>
          <a:bodyPr/>
          <a:p>
            <a:r>
              <a:rPr lang="en-IN" altLang="en-US"/>
              <a:t>Android Installation &amp;</a:t>
            </a:r>
            <a:br>
              <a:rPr lang="en-IN" altLang="en-US"/>
            </a:br>
            <a:r>
              <a:rPr lang="en-IN" altLang="en-US"/>
              <a:t>Project Creation</a:t>
            </a:r>
            <a:endParaRPr lang="en-IN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4190" y="2444115"/>
            <a:ext cx="5043805" cy="3108325"/>
          </a:xfrm>
          <a:prstGeom prst="rect">
            <a:avLst/>
          </a:prstGeom>
        </p:spPr>
      </p:pic>
      <p:pic>
        <p:nvPicPr>
          <p:cNvPr id="5" name="Content Placeholder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92950" y="2336800"/>
            <a:ext cx="4777740" cy="321564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5547995" y="3665855"/>
            <a:ext cx="1544955" cy="66484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85470" y="135223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Go to the official website:</a:t>
            </a:r>
            <a:endParaRPr sz="1600"/>
          </a:p>
          <a:p>
            <a:r>
              <a:rPr sz="1600">
                <a:hlinkClick r:id="rId5"/>
              </a:rPr>
              <a:t>Android Studio Official Website</a:t>
            </a:r>
            <a:endParaRPr sz="1600">
              <a:hlinkClick r:id="rId5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442030"/>
            <a:ext cx="10969200" cy="705600"/>
          </a:xfrm>
        </p:spPr>
        <p:txBody>
          <a:bodyPr/>
          <a:p>
            <a:r>
              <a:rPr lang="en-IN" altLang="en-US" b="1" u="sng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INSTALLATION SETUPS</a:t>
            </a:r>
            <a:endParaRPr lang="en-IN" altLang="en-US" b="1" u="sng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/>
          <p:nvPr>
            <p:ph idx="1"/>
            <p:custDataLst>
              <p:tags r:id="rId1"/>
            </p:custDataLst>
          </p:nvPr>
        </p:nvSpPr>
        <p:spPr>
          <a:xfrm>
            <a:off x="320110" y="437570"/>
            <a:ext cx="10969200" cy="4759200"/>
          </a:xfrm>
        </p:spPr>
        <p:txBody>
          <a:bodyPr/>
          <a:p>
            <a:pPr marL="0" indent="0">
              <a:buNone/>
            </a:pP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. Install Android Studio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/>
              <a:t>Step 1 — Download Installer</a:t>
            </a:r>
            <a:endParaRPr lang="en-US" altLang="en-US"/>
          </a:p>
          <a:p>
            <a:pPr marL="0" indent="0">
              <a:buNone/>
            </a:pPr>
            <a:endParaRPr lang="en-IN" altLang="en-US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I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289425" y="1189355"/>
            <a:ext cx="1418590" cy="571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5862955" y="1012190"/>
            <a:ext cx="3768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Click 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Download Android Studio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9" name="Picture 18" descr="android 1"/>
          <p:cNvPicPr>
            <a:picLocks noChangeAspect="1"/>
          </p:cNvPicPr>
          <p:nvPr/>
        </p:nvPicPr>
        <p:blipFill>
          <a:blip r:embed="rId2"/>
          <a:srcRect r="1483" b="2121"/>
          <a:stretch>
            <a:fillRect/>
          </a:stretch>
        </p:blipFill>
        <p:spPr>
          <a:xfrm>
            <a:off x="508000" y="1833245"/>
            <a:ext cx="5314950" cy="4013835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 flipH="1">
            <a:off x="4471670" y="4370705"/>
            <a:ext cx="598805" cy="1130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2" name="Picture 21" descr="androi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655" y="1756410"/>
            <a:ext cx="4589145" cy="4090670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 flipH="1">
            <a:off x="10532745" y="4370705"/>
            <a:ext cx="598805" cy="1130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078855" y="3756660"/>
            <a:ext cx="8388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nd3"/>
          <p:cNvPicPr>
            <a:picLocks noChangeAspect="1"/>
          </p:cNvPicPr>
          <p:nvPr/>
        </p:nvPicPr>
        <p:blipFill>
          <a:blip r:embed="rId1"/>
          <a:srcRect t="2061" r="1274"/>
          <a:stretch>
            <a:fillRect/>
          </a:stretch>
        </p:blipFill>
        <p:spPr>
          <a:xfrm>
            <a:off x="768985" y="1586230"/>
            <a:ext cx="4378325" cy="355981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4010025" y="3655060"/>
            <a:ext cx="598805" cy="1130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Picture 5" descr="andr4"/>
          <p:cNvPicPr>
            <a:picLocks noChangeAspect="1"/>
          </p:cNvPicPr>
          <p:nvPr/>
        </p:nvPicPr>
        <p:blipFill>
          <a:blip r:embed="rId2"/>
          <a:srcRect l="2108"/>
          <a:stretch>
            <a:fillRect/>
          </a:stretch>
        </p:blipFill>
        <p:spPr>
          <a:xfrm>
            <a:off x="6597015" y="1511300"/>
            <a:ext cx="4363720" cy="3558540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>
            <a:off x="5480685" y="3328670"/>
            <a:ext cx="8388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9717405" y="3655060"/>
            <a:ext cx="598805" cy="1130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ndr5"/>
          <p:cNvPicPr>
            <a:picLocks noChangeAspect="1"/>
          </p:cNvPicPr>
          <p:nvPr/>
        </p:nvPicPr>
        <p:blipFill>
          <a:blip r:embed="rId1"/>
          <a:srcRect l="1319" r="8338"/>
          <a:stretch>
            <a:fillRect/>
          </a:stretch>
        </p:blipFill>
        <p:spPr>
          <a:xfrm>
            <a:off x="73660" y="1730375"/>
            <a:ext cx="3392170" cy="2882900"/>
          </a:xfrm>
          <a:prstGeom prst="rect">
            <a:avLst/>
          </a:prstGeom>
        </p:spPr>
      </p:pic>
      <p:pic>
        <p:nvPicPr>
          <p:cNvPr id="6" name="Picture 5" descr="an6"/>
          <p:cNvPicPr>
            <a:picLocks noChangeAspect="1"/>
          </p:cNvPicPr>
          <p:nvPr/>
        </p:nvPicPr>
        <p:blipFill>
          <a:blip r:embed="rId2"/>
          <a:srcRect l="1661" t="1573" b="2835"/>
          <a:stretch>
            <a:fillRect/>
          </a:stretch>
        </p:blipFill>
        <p:spPr>
          <a:xfrm>
            <a:off x="4045585" y="1788160"/>
            <a:ext cx="3958590" cy="2767330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 flipV="1">
            <a:off x="3543300" y="2868295"/>
            <a:ext cx="424815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Picture 6" descr="an7"/>
          <p:cNvPicPr>
            <a:picLocks noChangeAspect="1"/>
          </p:cNvPicPr>
          <p:nvPr/>
        </p:nvPicPr>
        <p:blipFill>
          <a:blip r:embed="rId3"/>
          <a:srcRect l="3170" r="4041"/>
          <a:stretch>
            <a:fillRect/>
          </a:stretch>
        </p:blipFill>
        <p:spPr>
          <a:xfrm>
            <a:off x="8957310" y="1730375"/>
            <a:ext cx="3178810" cy="273748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8384540" y="2859405"/>
            <a:ext cx="424815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 descr="an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85" y="1236980"/>
            <a:ext cx="5059680" cy="386397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4175125" y="4311015"/>
            <a:ext cx="117475" cy="54356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Picture 4" descr="and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335" y="1293495"/>
            <a:ext cx="5212080" cy="3748405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>
            <a:off x="5511800" y="3249295"/>
            <a:ext cx="8388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10454005" y="4229100"/>
            <a:ext cx="117475" cy="54356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6896735" y="655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/>
              <a:t>Keep the Install type </a:t>
            </a:r>
            <a:r>
              <a:rPr lang="en-IN" altLang="en-US" b="1"/>
              <a:t>standard</a:t>
            </a:r>
            <a:endParaRPr lang="en-IN" altLang="en-US" b="1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n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10" y="1490345"/>
            <a:ext cx="5250180" cy="392620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4710430" y="4627880"/>
            <a:ext cx="117475" cy="54356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Picture 4" descr="an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860" y="1552575"/>
            <a:ext cx="4769485" cy="3918585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10654030" y="4754880"/>
            <a:ext cx="117475" cy="54356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6228080" y="3357880"/>
            <a:ext cx="424815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n13"/>
          <p:cNvPicPr>
            <a:picLocks noChangeAspect="1"/>
          </p:cNvPicPr>
          <p:nvPr/>
        </p:nvPicPr>
        <p:blipFill>
          <a:blip r:embed="rId1"/>
          <a:srcRect r="4954"/>
          <a:stretch>
            <a:fillRect/>
          </a:stretch>
        </p:blipFill>
        <p:spPr>
          <a:xfrm>
            <a:off x="361315" y="488315"/>
            <a:ext cx="4802505" cy="1905000"/>
          </a:xfrm>
          <a:prstGeom prst="rect">
            <a:avLst/>
          </a:prstGeom>
        </p:spPr>
      </p:pic>
      <p:pic>
        <p:nvPicPr>
          <p:cNvPr id="5" name="Picture 4" descr="an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15" y="2245360"/>
            <a:ext cx="5002530" cy="3734435"/>
          </a:xfrm>
          <a:prstGeom prst="rect">
            <a:avLst/>
          </a:prstGeom>
        </p:spPr>
      </p:pic>
      <p:cxnSp>
        <p:nvCxnSpPr>
          <p:cNvPr id="7" name="Elbow Connector 6"/>
          <p:cNvCxnSpPr>
            <a:stCxn id="4" idx="3"/>
            <a:endCxn id="5" idx="1"/>
          </p:cNvCxnSpPr>
          <p:nvPr/>
        </p:nvCxnSpPr>
        <p:spPr>
          <a:xfrm>
            <a:off x="5163820" y="1440815"/>
            <a:ext cx="1395095" cy="2672080"/>
          </a:xfrm>
          <a:prstGeom prst="bentConnector3">
            <a:avLst>
              <a:gd name="adj1" fmla="val 5002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en-IN" altLang="en-US"/>
              <a:t>Project Creation</a:t>
            </a:r>
            <a:endParaRPr lang="en-IN" altLang="en-US"/>
          </a:p>
        </p:txBody>
      </p:sp>
      <p:pic>
        <p:nvPicPr>
          <p:cNvPr id="4" name="Picture 3" descr="1 (1)"/>
          <p:cNvPicPr>
            <a:picLocks noChangeAspect="1"/>
          </p:cNvPicPr>
          <p:nvPr/>
        </p:nvPicPr>
        <p:blipFill>
          <a:blip r:embed="rId2"/>
          <a:srcRect r="18229" b="34093"/>
          <a:stretch>
            <a:fillRect/>
          </a:stretch>
        </p:blipFill>
        <p:spPr>
          <a:xfrm>
            <a:off x="608330" y="2061210"/>
            <a:ext cx="8448675" cy="361759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5858510" y="1757045"/>
            <a:ext cx="1414780" cy="21818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7273290" y="1541780"/>
            <a:ext cx="483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Create new Project using New Project(+) icon</a:t>
            </a:r>
            <a:endParaRPr lang="en-IN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161925"/>
            <a:ext cx="4989830" cy="359854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4949825" y="1059180"/>
            <a:ext cx="1308735" cy="6070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6258560" y="894080"/>
            <a:ext cx="577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Select the </a:t>
            </a:r>
            <a:r>
              <a:rPr lang="en-IN" altLang="en-US" b="1"/>
              <a:t>Empty views Activity</a:t>
            </a:r>
            <a:r>
              <a:rPr lang="en-IN" altLang="en-US"/>
              <a:t> and click the </a:t>
            </a:r>
            <a:r>
              <a:rPr lang="en-IN" altLang="en-US" b="1"/>
              <a:t>next</a:t>
            </a:r>
            <a:endParaRPr lang="en-IN" altLang="en-US" b="1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197985" y="4203065"/>
            <a:ext cx="177165" cy="56070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107815" y="2988945"/>
            <a:ext cx="149860" cy="53403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8446770" y="2221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Enter your Project name</a:t>
            </a:r>
            <a:endParaRPr lang="en-IN" alt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1247120" y="5725160"/>
            <a:ext cx="149860" cy="53403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824865" y="4562475"/>
            <a:ext cx="4434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Select the </a:t>
            </a:r>
            <a:r>
              <a:rPr lang="en-IN" altLang="en-US" b="1"/>
              <a:t>language </a:t>
            </a:r>
            <a:r>
              <a:rPr lang="en-IN" altLang="en-US"/>
              <a:t>and </a:t>
            </a:r>
            <a:r>
              <a:rPr lang="en-IN" altLang="en-US" b="1"/>
              <a:t>minimum sdk  </a:t>
            </a:r>
            <a:r>
              <a:rPr lang="en-IN" altLang="en-US"/>
              <a:t>same as the given image</a:t>
            </a:r>
            <a:endParaRPr lang="en-IN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  <p:pic>
        <p:nvPicPr>
          <p:cNvPr id="8" name="Picture 7" descr="3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895" y="2877820"/>
            <a:ext cx="5993765" cy="362966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8284210" y="2590165"/>
            <a:ext cx="162560" cy="117030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61585" y="4764405"/>
            <a:ext cx="1141095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025390" y="4563110"/>
            <a:ext cx="1193165" cy="20129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566420"/>
            <a:ext cx="4206240" cy="572579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5504180" y="1017905"/>
            <a:ext cx="6290310" cy="42462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src → Contains all source files of the project </a:t>
            </a:r>
            <a:endParaRPr sz="2000"/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main → Main application code and resources </a:t>
            </a:r>
            <a:endParaRPr sz="2000"/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java → Contains Java programming files </a:t>
            </a:r>
            <a:endParaRPr sz="2000"/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com.example.myapplication → Package name of the app </a:t>
            </a:r>
            <a:endParaRPr sz="2000"/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MainActivity.java → Main screen logic/controller </a:t>
            </a:r>
            <a:endParaRPr sz="2000"/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res → Resources folder for UI and app assets </a:t>
            </a:r>
            <a:endParaRPr sz="2000"/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drawable → Images and drawable files </a:t>
            </a:r>
            <a:endParaRPr sz="2000"/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000"/>
              <a:t>layout → XML UI design files</a:t>
            </a:r>
            <a:endParaRPr sz="20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90575" y="1540510"/>
            <a:ext cx="7372985" cy="36582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t>activity_main.xml → Design of the main screen </a:t>
            </a:r>
          </a:p>
          <a:p>
            <a:pPr>
              <a:lnSpc>
                <a:spcPct val="150000"/>
              </a:lnSpc>
            </a:pPr>
            <a:r>
              <a:t>mipmap-* → App launcher icons for different screen sizes </a:t>
            </a:r>
          </a:p>
          <a:p>
            <a:pPr>
              <a:lnSpc>
                <a:spcPct val="150000"/>
              </a:lnSpc>
            </a:pPr>
            <a:r>
              <a:t>values → Colors, strings, themes, dimensions </a:t>
            </a:r>
          </a:p>
          <a:p>
            <a:pPr>
              <a:lnSpc>
                <a:spcPct val="150000"/>
              </a:lnSpc>
            </a:pPr>
            <a:r>
              <a:t>xml → Additional XML configuration files </a:t>
            </a:r>
          </a:p>
          <a:p>
            <a:pPr>
              <a:lnSpc>
                <a:spcPct val="150000"/>
              </a:lnSpc>
            </a:pPr>
            <a:r>
              <a:t>AndroidManifest.xml → App configuration and permissions </a:t>
            </a:r>
          </a:p>
          <a:p>
            <a:pPr>
              <a:lnSpc>
                <a:spcPct val="150000"/>
              </a:lnSpc>
            </a:pPr>
            <a:r>
              <a:t>test → Unit testing files </a:t>
            </a:r>
          </a:p>
          <a:p>
            <a:pPr>
              <a:lnSpc>
                <a:spcPct val="150000"/>
              </a:lnSpc>
            </a:pPr>
            <a:r>
              <a:t>.gitignore → Files ignored by Git </a:t>
            </a:r>
          </a:p>
          <a:p>
            <a:pPr>
              <a:lnSpc>
                <a:spcPct val="150000"/>
              </a:lnSpc>
            </a:pPr>
            <a:r>
              <a:t>build.gradle.kts → Project build configuration file</a:t>
            </a:r>
          </a:p>
        </p:txBody>
      </p:sp>
      <p:pic>
        <p:nvPicPr>
          <p:cNvPr id="5" name="Picture 4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2865" y="566420"/>
            <a:ext cx="4206240" cy="57257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6"/>
          <p:cNvPicPr>
            <a:picLocks noChangeAspect="1"/>
          </p:cNvPicPr>
          <p:nvPr/>
        </p:nvPicPr>
        <p:blipFill>
          <a:blip r:embed="rId1"/>
          <a:srcRect b="11691"/>
          <a:stretch>
            <a:fillRect/>
          </a:stretch>
        </p:blipFill>
        <p:spPr>
          <a:xfrm>
            <a:off x="765175" y="949960"/>
            <a:ext cx="1767840" cy="474853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1555115" y="1472565"/>
            <a:ext cx="2545080" cy="15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4210050" y="1283970"/>
            <a:ext cx="73152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/>
              <a:t>Build tools : Running projects and Compiling code</a:t>
            </a:r>
            <a:endParaRPr lang="en-IN" altLang="en-US" sz="2000" b="1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1555115" y="2400935"/>
            <a:ext cx="2545080" cy="15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4210050" y="2086610"/>
            <a:ext cx="68287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/>
              <a:t>Diamond icons : Code generation and its depend on installed extension</a:t>
            </a:r>
            <a:endParaRPr lang="en-IN" altLang="en-US" sz="2000" b="1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1555115" y="3388995"/>
            <a:ext cx="2545080" cy="15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4210050" y="3197225"/>
            <a:ext cx="7582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/>
              <a:t>Github : Github Integration and Repository Management</a:t>
            </a:r>
            <a:endParaRPr lang="en-IN" altLang="en-US" sz="2000" b="1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555115" y="5120005"/>
            <a:ext cx="2545080" cy="15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4210050" y="4826635"/>
            <a:ext cx="78555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/>
              <a:t>Commad Line : </a:t>
            </a:r>
            <a:r>
              <a:rPr lang="en-US" altLang="en-US" sz="2000" b="1"/>
              <a:t>give text commands directly to your computer or project inside Android Studio.</a:t>
            </a:r>
            <a:endParaRPr lang="en-IN" altLang="en-US" sz="2000" b="1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1555115" y="4254500"/>
            <a:ext cx="2545080" cy="15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4210050" y="4088130"/>
            <a:ext cx="5864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/>
              <a:t>Problems : Show errors / warnings in code</a:t>
            </a:r>
            <a:endParaRPr lang="en-IN" altLang="en-US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0" y="624586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</Words>
  <Application>WPS Presentation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Times New Roman</vt:lpstr>
      <vt:lpstr>Arial</vt:lpstr>
      <vt:lpstr>Microsoft YaHei</vt:lpstr>
      <vt:lpstr>Arial Unicode MS</vt:lpstr>
      <vt:lpstr>Calibri</vt:lpstr>
      <vt:lpstr>WPS</vt:lpstr>
      <vt:lpstr>Android Installation &amp; Project Creation</vt:lpstr>
      <vt:lpstr>INSTALLATION SETUPS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Project Creation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Installation &amp; Project Creation</dc:title>
  <dc:creator>riyan</dc:creator>
  <cp:lastModifiedBy>Riyana</cp:lastModifiedBy>
  <cp:revision>2</cp:revision>
  <dcterms:created xsi:type="dcterms:W3CDTF">2026-05-26T10:56:00Z</dcterms:created>
  <dcterms:modified xsi:type="dcterms:W3CDTF">2026-05-26T11:00:20Z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C69C34ED8C4E41458FAECCC7E83E5705_11</vt:lpwstr>
  </property>
</Properties>
</file>