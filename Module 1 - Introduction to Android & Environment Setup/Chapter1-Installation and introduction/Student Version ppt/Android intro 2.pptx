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9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eVmkjAMImNtYSm4liTpOT47NP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9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5721350" y="1202055"/>
            <a:ext cx="3200400" cy="32004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3DDC84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9461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73735" y="218186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Android Platform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5657850"/>
            <a:ext cx="9144000" cy="1200150"/>
          </a:xfrm>
          <a:prstGeom prst="rect">
            <a:avLst/>
          </a:prstGeom>
          <a:solidFill>
            <a:srgbClr val="111D2B"/>
          </a:solidFill>
          <a:ln cap="flat" cmpd="sng" w="12700">
            <a:solidFill>
              <a:srgbClr val="111D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57200" y="600075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Aitrich Technologies  |  Android Fundamentals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5140" y="6202680"/>
            <a:ext cx="954405" cy="445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d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5970" y="1470660"/>
            <a:ext cx="2931795" cy="293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Features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94360" y="1722755"/>
            <a:ext cx="7955280" cy="351790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supports many built‑in software features for better mobile experience.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32323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Integrated web browser with WebKit engine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Supports audio, video, images, and multimedia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Supports multitasking and notifications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Works with Wi‑Fi, Bluetooth, GPS, and sensors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Provides smooth UI and touch support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Dalvik vs ART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94360" y="1886585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uses runtime environments to execute applications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Dalvik VM uses JIT (Just‑In‑Time) compilation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ART uses AOT (Ahead‑Of‑Time) compilation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ART gives faster app performance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Dalvik uses more CPU during runtime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ART improves battery life and efficiency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Handset Alliance (OHA)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57200" y="1188720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OHA is a group of companies supporting Android development.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Founded by Google in 2007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Includes hardware and software companies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Promotes open mobile standards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Supports Android ecosystem growth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Helps improve mobile innovation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Cellular Networks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94360" y="1515110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Mobile networks help devices communicate wirelessly.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2G supports voice calls and SMS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3G introduced mobile internet and video calls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4G provides faster streaming and gaming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5G offers very high speed and low latency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Used for internet and communication services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Wi‑Fi, Bluetooth &amp; LAN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1188720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devices support multiple connectivity technologies.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Wi‑Fi connects devices to wireless internet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Bluetooth enables short‑range communication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LAN connects devices in local area network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Used for file sharing and data transfer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Supports wireless device communication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Android Security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74370" y="2185035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provides security features to protect users and data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Application sandboxing for security isolation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Permission system controls app access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Google Play Protect scans harmful apps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Supports screen lock and encryption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Regular security updates improve protection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SDK, AVD &amp; ADB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20700" y="1840865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development uses different developer tools.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SDK contains Android development libraries and tools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AVD is Android emulator for testing apps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ADB helps connect device with computer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Used for debugging and app installation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Important tools in Android Studio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42334"/>
          </a:solidFill>
          <a:ln cap="flat" cmpd="sng" w="9525">
            <a:solidFill>
              <a:srgbClr val="1423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0" y="512064"/>
            <a:ext cx="9144000" cy="36576"/>
          </a:xfrm>
          <a:prstGeom prst="rect">
            <a:avLst/>
          </a:prstGeom>
          <a:solidFill>
            <a:srgbClr val="2AD278"/>
          </a:solidFill>
          <a:ln cap="flat" cmpd="sng" w="9525">
            <a:solidFill>
              <a:srgbClr val="2AD2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228600" y="731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Guides &amp; Documentation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47395" y="1659890"/>
            <a:ext cx="7955279" cy="3291840"/>
          </a:xfrm>
          <a:prstGeom prst="roundRect">
            <a:avLst>
              <a:gd fmla="val 16667" name="adj"/>
            </a:avLst>
          </a:prstGeom>
          <a:solidFill>
            <a:srgbClr val="E4EBE4"/>
          </a:solidFill>
          <a:ln cap="flat" cmpd="sng" w="9525">
            <a:solidFill>
              <a:srgbClr val="3CB4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6E3C"/>
                </a:solidFill>
                <a:latin typeface="Calibri"/>
                <a:ea typeface="Calibri"/>
                <a:cs typeface="Calibri"/>
                <a:sym typeface="Calibri"/>
              </a:rPr>
              <a:t>Android documentation helps developers learn and build apps.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Official documentation provided by Google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Contains API references and tutorials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Provides code examples and guides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Helps beginners and advanced developers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Available online for free learning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4310" y="6079490"/>
            <a:ext cx="1182370" cy="55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A3930B7A2BE848468F06FA6EA1F894EA_13</vt:lpwstr>
  </property>
</Properties>
</file>